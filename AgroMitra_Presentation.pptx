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6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589520" y="1828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914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AgroMitra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1148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Smart Agricultural Marketplace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11480" y="2788920"/>
            <a:ext cx="384048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Proposal  |  CSE Department  |  2024–2025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315200" y="33832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743200" cy="365760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261872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Pricing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accept low payments due to lack of market visibility and limited bargaining power.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743200" cy="365760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61872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Middlemen Dominance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64992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controlled by middlemen capturing most profits — farmers earn the least.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44768" y="1051560"/>
            <a:ext cx="2743200" cy="365760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261872"/>
            <a:ext cx="658368" cy="6583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44768" y="2029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Digital Platform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309360" y="26060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F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system for real-time pricing, crop availability, or demand forecasting.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has 16M+ farming households — yet they remain among the most economically vulnerable.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 — AgroMitra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AI-powered marketplace eliminating middlemen, ensuring fair prices, and empowering farmers with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5727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5727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9202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6824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Panel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0392" y="20482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products, AI price suggestions, manage orders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5727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5727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9202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4760" y="16824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Panel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94760" y="20482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direct from farmers, real-time tracking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44768" y="15727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44768" y="15727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6824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Price Prediction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39128" y="20482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model forecasts weekly crop prices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6032" y="29443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29443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32918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0392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50392" y="34198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crops sell best by region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29443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29443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29184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94760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Bengali Chatbot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794760" y="34198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AI assistant in Bengali with voice input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44768" y="2944368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44768" y="2944368"/>
            <a:ext cx="530352" cy="118872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9184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bKash / Nagad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739128" y="3419856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local digital payment gateway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6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built into every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6032" y="1325880"/>
            <a:ext cx="4160520" cy="150876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80136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4356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Prediction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8562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deep learning model trained on historical market data. Forecasts crop prices for the coming week with ~85% accuracy.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18304" y="1325880"/>
            <a:ext cx="4160520" cy="150876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801368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43560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68112" y="185623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regional demand per crop type so farmers can plan harvest quantities and reduce food waste.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56032" y="3017520"/>
            <a:ext cx="4160520" cy="150876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493008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Recommendation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35478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the most profitable crops based on season, location, soil type, and current market demand.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18304" y="3017520"/>
            <a:ext cx="4160520" cy="150876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493008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8112" y="31272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Bengali AI Chatbot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68112" y="354787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API-powered 24/7 assistant that answers farmer queries in fluent Bengali with voice input.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05840"/>
            <a:ext cx="566928" cy="82296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2070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+ Tailwind CSS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36592" y="1005840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36592" y="1005840"/>
            <a:ext cx="566928" cy="822960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070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94960" y="1444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56032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56032" y="1993392"/>
            <a:ext cx="566928" cy="82296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945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1440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Flask + TensorFlow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36592" y="1993392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36592" y="1993392"/>
            <a:ext cx="566928" cy="822960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19456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084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94960" y="2432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(Anthropic)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56032" y="29809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56032" y="2980944"/>
            <a:ext cx="566928" cy="82296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18211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14400" y="3419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MongoDB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736592" y="2980944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36592" y="2980944"/>
            <a:ext cx="566928" cy="822960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8211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0723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94960" y="3419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256032" y="39684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56032" y="3968496"/>
            <a:ext cx="566928" cy="822960"/>
          </a:xfrm>
          <a:prstGeom prst="rect">
            <a:avLst/>
          </a:prstGeom>
          <a:solidFill>
            <a:srgbClr val="2E8B57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169664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4400" y="4059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91440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SSLCommerz / bKash API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736592" y="3968496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736592" y="3968496"/>
            <a:ext cx="566928" cy="822960"/>
          </a:xfrm>
          <a:prstGeom prst="rect">
            <a:avLst/>
          </a:prstGeom>
          <a:solidFill>
            <a:srgbClr val="1E6B2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169664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94960" y="4059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394960" y="4407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Render (Free tier)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&amp;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3931920" cy="566928"/>
          </a:xfrm>
          <a:prstGeom prst="rect">
            <a:avLst/>
          </a:prstGeom>
          <a:solidFill>
            <a:srgbClr val="E4F5E8"/>
          </a:solidFill>
          <a:ln w="12700">
            <a:solidFill>
              <a:srgbClr val="C8EAD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 — Frontend Developer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216712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860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22860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 — Backend Developer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74320" y="2852928"/>
            <a:ext cx="3931920" cy="566928"/>
          </a:xfrm>
          <a:prstGeom prst="rect">
            <a:avLst/>
          </a:prstGeom>
          <a:solidFill>
            <a:srgbClr val="E4F5E8"/>
          </a:solidFill>
          <a:ln w="12700">
            <a:solidFill>
              <a:srgbClr val="C8EAD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7180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 — AI / ML Engineer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74320" y="353872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576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" y="3657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 — Database &amp; DevOps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74320" y="4224528"/>
            <a:ext cx="3931920" cy="566928"/>
          </a:xfrm>
          <a:prstGeom prst="rect">
            <a:avLst/>
          </a:prstGeom>
          <a:solidFill>
            <a:srgbClr val="E4F5E8"/>
          </a:solidFill>
          <a:ln w="12700">
            <a:solidFill>
              <a:srgbClr val="C8EAD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34340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960" y="43434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5 — QA &amp; Documentation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4-Month Timeline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754880" y="1481328"/>
            <a:ext cx="1005840" cy="65836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2" name="Text 15"/>
          <p:cNvSpPr/>
          <p:nvPr/>
        </p:nvSpPr>
        <p:spPr>
          <a:xfrm>
            <a:off x="475488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754880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806440" y="148132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925312" y="16642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design, server &amp; DB setup, auth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754880" y="2304288"/>
            <a:ext cx="1005840" cy="65836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27" name="Text 20"/>
          <p:cNvSpPr/>
          <p:nvPr/>
        </p:nvSpPr>
        <p:spPr>
          <a:xfrm>
            <a:off x="4754880" y="2350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754880" y="2633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806440" y="230428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925312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&amp; consumer panels, order system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754880" y="3127248"/>
            <a:ext cx="1005840" cy="65836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2" name="Text 25"/>
          <p:cNvSpPr/>
          <p:nvPr/>
        </p:nvSpPr>
        <p:spPr>
          <a:xfrm>
            <a:off x="4754880" y="31729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75488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806440" y="312724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925312" y="33101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models, payment, maps, testing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754880" y="3950208"/>
            <a:ext cx="1005840" cy="658368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7" name="Text 30"/>
          <p:cNvSpPr/>
          <p:nvPr/>
        </p:nvSpPr>
        <p:spPr>
          <a:xfrm>
            <a:off x="4754880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475488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806440" y="3950208"/>
            <a:ext cx="3063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925312" y="41330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fixing, deployment, report &amp; demo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6B2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Impact &amp; SDG Alignment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51760" cy="150876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0698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47472" y="18470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Bangladesh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in agriculture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55264" y="1005840"/>
            <a:ext cx="2651760" cy="150876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55264" y="10698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16M+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55264" y="18470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 households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empowered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63056" y="1005840"/>
            <a:ext cx="2651760" cy="1508760"/>
          </a:xfrm>
          <a:prstGeom prst="rect">
            <a:avLst/>
          </a:prstGeom>
          <a:solidFill>
            <a:srgbClr val="1E6B2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0698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63056" y="18470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lost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middlemen annually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Alignment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64408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14400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 — No Poverty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farmer income through direct fair-price sales without middlemen.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18688" y="3127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264408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58768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2 — Zero Hunger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55848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food waste via demand forecasting and smarter harvest planning.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63056" y="312724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A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326440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03136" y="32186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8 — Decent Work &amp; Growth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0216" y="3767328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empowerment for rural farming communities across Bangladesh.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6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7132320" y="18288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85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11480" y="1874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look forward to building AgroMitra —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smarter, fairer agricultural future for Bangladesh.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880360"/>
            <a:ext cx="3657600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8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8EA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CSE  |  Academic Year 2024–2025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7406640" y="34747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AgroMitra</dc:title>
  <dc:subject>PptxGenJS Presentation</dc:subject>
  <dc:creator>PptxGenJS</dc:creator>
  <cp:lastModifiedBy>PptxGenJS</cp:lastModifiedBy>
  <cp:revision>1</cp:revision>
  <dcterms:created xsi:type="dcterms:W3CDTF">2026-05-02T18:01:31Z</dcterms:created>
  <dcterms:modified xsi:type="dcterms:W3CDTF">2026-05-02T18:01:31Z</dcterms:modified>
</cp:coreProperties>
</file>