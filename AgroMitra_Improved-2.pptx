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Price</c:v>
                </c:pt>
              </c:strCache>
            </c:strRef>
          </c:tx>
          <c:spPr>
            <a:solidFill>
              <a:srgbClr val="2C5F2E"/>
            </a:solidFill>
            <a:ln w="31750" cap="flat">
              <a:solidFill>
                <a:srgbClr val="2C5F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E"/>
              </a:solidFill>
              <a:ln w="9525" cap="flat">
                <a:solidFill>
                  <a:srgbClr val="2C5F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  <c:pt idx="6">
                    <c:v>Week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42</c:v>
                </c:pt>
                <c:pt idx="2">
                  <c:v>40</c:v>
                </c:pt>
                <c:pt idx="3">
                  <c:v>45</c:v>
                </c:pt>
                <c:pt idx="4">
                  <c:v>43</c:v>
                </c:pt>
                <c:pt idx="5">
                  <c:v>48</c:v>
                </c:pt>
                <c:pt idx="6">
                  <c:v>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Forecast</c:v>
                </c:pt>
              </c:strCache>
            </c:strRef>
          </c:tx>
          <c:spPr>
            <a:solidFill>
              <a:srgbClr val="F4C430"/>
            </a:solidFill>
            <a:ln w="31750" cap="flat">
              <a:solidFill>
                <a:srgbClr val="F4C4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C430"/>
              </a:solidFill>
              <a:ln w="9525" cap="flat">
                <a:solidFill>
                  <a:srgbClr val="F4C4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  <c:pt idx="6">
                    <c:v>Week 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</c:v>
                </c:pt>
                <c:pt idx="1">
                  <c:v>41</c:v>
                </c:pt>
                <c:pt idx="2">
                  <c:v>41</c:v>
                </c:pt>
                <c:pt idx="3">
                  <c:v>44</c:v>
                </c:pt>
                <c:pt idx="4">
                  <c:v>44</c:v>
                </c:pt>
                <c:pt idx="5">
                  <c:v>47</c:v>
                </c:pt>
                <c:pt idx="6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2C5F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Dhaka</c:v>
                  </c:pt>
                  <c:pt idx="1">
                    <c:v>Chittagong</c:v>
                  </c:pt>
                  <c:pt idx="2">
                    <c:v>Sylhet</c:v>
                  </c:pt>
                  <c:pt idx="3">
                    <c:v>Rajshahi</c:v>
                  </c:pt>
                  <c:pt idx="4">
                    <c:v>Khulna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74</c:v>
                </c:pt>
                <c:pt idx="2">
                  <c:v>58</c:v>
                </c:pt>
                <c:pt idx="3">
                  <c:v>43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3520"/>
          </a:solidFill>
          <a:ln w="12700">
            <a:solidFill>
              <a:srgbClr val="1A35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011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AgroMitra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7432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Marketplace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20624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051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 — Proposal Presentation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206240" y="1783080"/>
            <a:ext cx="438912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6344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81635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724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66344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60-C  (EVENING)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2958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4381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663440" y="36941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 |  CSE Department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206240" y="4114800"/>
            <a:ext cx="4663440" cy="822960"/>
          </a:xfrm>
          <a:prstGeom prst="rect">
            <a:avLst/>
          </a:prstGeom>
          <a:solidFill>
            <a:srgbClr val="1A3520"/>
          </a:solidFill>
          <a:ln w="12700">
            <a:solidFill>
              <a:srgbClr val="1A352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2976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29768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  ·  Member 5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Md. Ashraful Kabir  |  Dept. of CSE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Bangladesh's farmers need a digital solution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1430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— direct marketplace &amp; AI features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057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panel, consumer panel, AI modules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057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00600" y="20574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Technology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demand forecasting, chatbot, tech stack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2971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6012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 and connected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00600" y="2971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0600" y="29718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39496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Timeline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9496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responsibilities &amp; 4-month roadmap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6012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SDGs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6012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aligned with UN goals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0060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800600" y="38862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060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39496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Conclusion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39496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costs and next steps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Middlemen Dominance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capture 60–70% of profits from the supply chain, leaving farmers with minimal income despite their labour.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75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Market Visibility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6499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real-time pricing data, demand forecasts, or digital tools to plan harvests or reach fair markets.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8076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344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Urban-Rural Divide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4535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in cities pay 2–3× inflated prices for the same produce, highlighting a deep supply chain disconnect.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0" y="4114800"/>
            <a:ext cx="9144000" cy="822960"/>
          </a:xfrm>
          <a:prstGeom prst="rect">
            <a:avLst/>
          </a:prstGeom>
          <a:solidFill>
            <a:srgbClr val="0E2210"/>
          </a:solidFill>
          <a:ln w="12700">
            <a:solidFill>
              <a:srgbClr val="0E221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720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Bangladesh's workforce in agriculture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347472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16M+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farming households affected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9224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 lost to middlemen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AgroMitra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AI-powered digital bridge between farmers and consumers — eliminating middlemen, ensuring fair pricing.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14884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Panel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listing, AI fair price suggestions, earnings dashboard, Bengali voice input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172968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0128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14884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58768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Panel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858768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direct from farms, location-based search, order tracking, farmer reviews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25896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63056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14884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1696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11696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model forecasts weekly crop prices with 85%+ accuracy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0040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490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005840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trends, supply vs demand charts, district crop availability map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172968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310128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749040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58768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Chatbot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858768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API-powered 24/7 assistant answers farmers' queries in Bangla &amp; English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25896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63056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749040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11696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Pay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711696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nearby transport, bKash/Nagad payment integration via SSLCommerz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Core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2A6E2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" y="169164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737360"/>
            <a:ext cx="521208" cy="521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Prediction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 Series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2011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5 years of BD market data. Predicts next 7-day crop prices with 85%+ accuracy. Helps farmers time their sales for maximum profit.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1E5C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19472" y="169164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737360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92040" y="2011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regional demand per crop type weekly. Farmers can plan harvest quantities, reducing food waste and oversupply losses.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2A6E2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4632" y="361188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657600"/>
            <a:ext cx="521208" cy="5212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127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Recommendation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344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+ ML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high-profit crops based on season, location, soil type, and current market trends. Maximizes farmer income.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1E5C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19472" y="361188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657600"/>
            <a:ext cx="521208" cy="5212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69280" y="3127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Bengali AI Chatbot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6928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89204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Bengali and English language assistant. Answers farmer queries, guides product listing, explains pricing insights.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78992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6187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124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14400" y="1399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+  Tailwind CSS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14400" y="1645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&amp; mobile UI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10789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78992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618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124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349240" y="1399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+  Express.js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349240" y="1645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&amp; server logic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202996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" y="2029968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21284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2075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14400" y="2350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+  Flask  +  TensorFlow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14400" y="259689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models &amp; ML services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02996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2029968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1284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2075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349240" y="2350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 (Anthropic)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349240" y="259689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language AI assistant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" y="2980944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16382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" y="3026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914400" y="3300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MongoDB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914400" y="35478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document storage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5488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54880" y="2980944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163824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49240" y="3026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349240" y="3300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5349240" y="35478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farmer search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2004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20040" y="3931920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4114800"/>
            <a:ext cx="365760" cy="3657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440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914400" y="4251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SSLCommerz  /  bKash  /  Nagad</a:t>
            </a:r>
            <a:endParaRPr lang="en-US" sz="1250" dirty="0"/>
          </a:p>
        </p:txBody>
      </p:sp>
      <p:sp>
        <p:nvSpPr>
          <p:cNvPr id="46" name="Text 36"/>
          <p:cNvSpPr/>
          <p:nvPr/>
        </p:nvSpPr>
        <p:spPr>
          <a:xfrm>
            <a:off x="914400" y="44988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payment gateway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75488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754880" y="3931920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4114800"/>
            <a:ext cx="365760" cy="36576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4924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5349240" y="4251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+  Render  (Free Tier)</a:t>
            </a:r>
            <a:endParaRPr lang="en-US" sz="1250" dirty="0"/>
          </a:p>
        </p:txBody>
      </p:sp>
      <p:sp>
        <p:nvSpPr>
          <p:cNvPr id="52" name="Text 41"/>
          <p:cNvSpPr/>
          <p:nvPr/>
        </p:nvSpPr>
        <p:spPr>
          <a:xfrm>
            <a:off x="5349240" y="44988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deployment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651760" cy="3474720"/>
          </a:xfrm>
          <a:prstGeom prst="rect">
            <a:avLst/>
          </a:prstGeom>
          <a:solidFill>
            <a:srgbClr val="1F4A2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Portal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Portal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172968" y="1097280"/>
            <a:ext cx="2651760" cy="3474720"/>
          </a:xfrm>
          <a:prstGeom prst="rect">
            <a:avLst/>
          </a:prstGeom>
          <a:solidFill>
            <a:srgbClr val="174019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72968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4408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64408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55848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38728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55848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38728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55848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38728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355848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38728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355848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38728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025896" y="1097280"/>
            <a:ext cx="2651760" cy="3474720"/>
          </a:xfrm>
          <a:prstGeom prst="rect">
            <a:avLst/>
          </a:prstGeom>
          <a:solidFill>
            <a:srgbClr val="112F13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025896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17336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Layer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17336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08776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MongoDB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08776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91656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AI Service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208776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91656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Model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208776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91656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Chatbot API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208776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91656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2971800" y="2834640"/>
            <a:ext cx="201168" cy="0"/>
          </a:xfrm>
          <a:prstGeom prst="line">
            <a:avLst/>
          </a:prstGeom>
          <a:noFill/>
          <a:ln w="31750">
            <a:solidFill>
              <a:srgbClr val="F4C43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24728" y="2834640"/>
            <a:ext cx="201168" cy="0"/>
          </a:xfrm>
          <a:prstGeom prst="line">
            <a:avLst/>
          </a:prstGeom>
          <a:noFill/>
          <a:ln w="31750">
            <a:solidFill>
              <a:srgbClr val="F4C43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97180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824728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Architecture  ·  REST API Communication  ·  Microservice AI Layer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 &amp; Timeline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63040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149961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1208" y="17190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15361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— Farmer panel, Consumer panel, Market dashboard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130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30552"/>
            <a:ext cx="64008" cy="566928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16712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" y="238658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22037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API, JWT Auth, Order management, REST routes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279806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798064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28346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208" y="30540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83080" y="287121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model, Crop recommender, Claude chatbot API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4655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465576"/>
            <a:ext cx="64008" cy="566928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" y="35021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" y="37216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DevOps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783080" y="35387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schema, Maps API, Payment gateway, Deployment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41330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133088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1208" y="416966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21208" y="4389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Documentation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78308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Project report, Presentation, Data collection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4-Month Development Timeline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754880" y="1463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1463040"/>
            <a:ext cx="1005840" cy="74980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14996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54880" y="1883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52160" y="15544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· UI/UX wireframes · DB schema · Backend setup · Authentication system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54880" y="23500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54880" y="2350008"/>
            <a:ext cx="1005840" cy="749808"/>
          </a:xfrm>
          <a:prstGeom prst="rect">
            <a:avLst/>
          </a:prstGeom>
          <a:solidFill>
            <a:srgbClr val="1F6B22"/>
          </a:solidFill>
          <a:ln w="12700">
            <a:solidFill>
              <a:srgbClr val="1F6B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386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754880" y="2770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52160" y="24414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Consumer panels · Product listing · Order system · Market dashboard · Basic API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54880" y="323697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754880" y="3236976"/>
            <a:ext cx="1005840" cy="74980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32735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754880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852160" y="332841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 · Price prediction · Bengali chatbot · Payment gateway · Maps integration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754880" y="412394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754880" y="4123944"/>
            <a:ext cx="1005840" cy="749808"/>
          </a:xfrm>
          <a:prstGeom prst="rect">
            <a:avLst/>
          </a:prstGeom>
          <a:solidFill>
            <a:srgbClr val="1F6B22"/>
          </a:solidFill>
          <a:ln w="12700">
            <a:solidFill>
              <a:srgbClr val="1F6B2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0" y="4160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754880" y="4544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852160" y="42153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testing · Bug fixing · Performance optimization · Deployment · Final report &amp; presentation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Date: 15 May 2026  |  11:00 AM – 1:00 PM  |  CSE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 &amp; AI Forecast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Prediction — Tomato (BDT/kg)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Demand Index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417320"/>
          <a:ext cx="3474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powered by AI models trained on historical BD market data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 &amp; SDG Alignment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16M+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Households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impacted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18688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218688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Gain Potential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18688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middlemen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71616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71616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071616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Reduction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71616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demand planning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56032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266090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70662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26517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farmer income by enabling direct fair-priced sales to consumers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00600" y="256032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10328" y="266090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70662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0" y="26517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consumer costs by cutting out the middlemen from the supply chain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65760" y="333756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" y="343814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48386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4290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food waste through AI-powered demand forecasting and harvest planning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800600" y="333756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910328" y="343814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48386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34290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low-literacy farmers with bilingual Bengali/English voice interface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1F0B"/>
          </a:solidFill>
          <a:ln w="12700">
            <a:solidFill>
              <a:srgbClr val="0A1F0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SDG 1 — No Poverty      🌾  SDG 2 — Zero Hunger      💼  SDG 8 — Decent Work &amp; Economic Growth      🤝  SDG 10 — Reduced Inequalities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Expected Outcomes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Budget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 (Vercel)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5146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747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8424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029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 (Render)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1460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7472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50545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551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514600" y="25511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~$5–10/mo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74720" y="25511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usage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02666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723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514600" y="3072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474720" y="3072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credit/mo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35478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593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51460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~$10/yr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47472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069080"/>
            <a:ext cx="4023360" cy="457200"/>
          </a:xfrm>
          <a:prstGeom prst="rect">
            <a:avLst/>
          </a:prstGeom>
          <a:solidFill>
            <a:srgbClr val="2C5F2E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51460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47472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~1,700–2,200 BDT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54880" y="1463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28032" y="1636776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55064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166360" y="1554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AI-powered agricultural marketplace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754880" y="21305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828032" y="2304288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22576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2221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model with 85%+ accuracy on test data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4754880" y="279806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828032" y="2971800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0088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166360" y="288950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Bengali/English chatbot for farmer support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4754880" y="346557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828032" y="3639312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57600"/>
            <a:ext cx="201168" cy="20116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66360" y="35570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fair-pricing advantage over middlemen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4754880" y="413308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4828032" y="4306824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25112"/>
            <a:ext cx="201168" cy="20116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166360" y="42245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project report + live system demo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AgroMitra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88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Every Farmer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069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60-C  (EVENING)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43891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 |  11 AM – 1 PM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47091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8720" y="4709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0" y="1097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5029200" y="2194560"/>
            <a:ext cx="274320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331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023360" y="3017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questions, suggestions,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feedback on AgroMitra.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02336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2336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  ·  Member 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23360" y="44531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Md. Ashraful Kabir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A1F0B"/>
          </a:solidFill>
          <a:ln w="12700">
            <a:solidFill>
              <a:srgbClr val="0A1F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— AI-Powered Smart Agricultural Marketplace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AgroMitra — Final Year Project</dc:title>
  <dc:subject>PptxGenJS Presentation</dc:subject>
  <dc:creator>PptxGenJS</dc:creator>
  <cp:lastModifiedBy>PptxGenJS</cp:lastModifiedBy>
  <cp:revision>1</cp:revision>
  <dcterms:created xsi:type="dcterms:W3CDTF">2026-05-04T05:40:09Z</dcterms:created>
  <dcterms:modified xsi:type="dcterms:W3CDTF">2026-05-04T05:40:09Z</dcterms:modified>
</cp:coreProperties>
</file>